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DMS — Vehicle Data Extraction Workflow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0" y="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MOBITAL PVT. LTD.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6918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Motors PV CRM DMS  |  carsdms.inservices.tatamotors.com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21208" y="749808"/>
            <a:ext cx="1417320" cy="384048"/>
          </a:xfrm>
          <a:prstGeom prst="ellipse">
            <a:avLst/>
          </a:prstGeom>
          <a:solidFill>
            <a:srgbClr val="002B5C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" y="74980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25296" y="1133856"/>
            <a:ext cx="0" cy="164592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1298448"/>
            <a:ext cx="2103120" cy="420624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  <a:effectLst>
            <a:outerShdw sx="100000" sy="100000" kx="0" ky="0" algn="bl" rotWithShape="0" blurRad="38100" dist="12700" dir="2700000">
              <a:srgbClr val="999999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6888" y="1298448"/>
            <a:ext cx="2011680" cy="23134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LOGIN TO CRM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6888" y="1529791"/>
            <a:ext cx="2011680" cy="189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User ID + Password → Click Login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252728" y="1719072"/>
            <a:ext cx="0" cy="164592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" y="1883664"/>
            <a:ext cx="2103120" cy="420624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  <a:effectLst>
            <a:outerShdw sx="100000" sy="100000" kx="0" ky="0" algn="bl" rotWithShape="0" blurRad="38100" dist="12700" dir="2700000">
              <a:srgbClr val="999999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6888" y="1883664"/>
            <a:ext cx="2011680" cy="23134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CLICK VEHICLES TAB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6888" y="2115007"/>
            <a:ext cx="2011680" cy="189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navigation → "Vehicles"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252728" y="2304288"/>
            <a:ext cx="0" cy="164592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" y="2468880"/>
            <a:ext cx="2103120" cy="420624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  <a:effectLst>
            <a:outerShdw sx="100000" sy="100000" kx="0" ky="0" algn="bl" rotWithShape="0" blurRad="38100" dist="12700" dir="2700000">
              <a:srgbClr val="999999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46888" y="2468880"/>
            <a:ext cx="2011680" cy="23134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SELECT VIEW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6888" y="2700223"/>
            <a:ext cx="2011680" cy="189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 Visible Vehicles" dropdown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252728" y="2889504"/>
            <a:ext cx="0" cy="164592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" y="1234440"/>
            <a:ext cx="2103120" cy="1783080"/>
          </a:xfrm>
          <a:prstGeom prst="rect">
            <a:avLst/>
          </a:prstGeom>
          <a:ln w="25400">
            <a:solidFill>
              <a:srgbClr val="C9A84C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256032" y="123444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ONCE PER SESSION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201168" y="3054096"/>
            <a:ext cx="2103120" cy="4206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38100" dist="12700" dir="2700000">
              <a:srgbClr val="999999">
                <a:alpha val="7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46888" y="3054096"/>
            <a:ext cx="2011680" cy="23134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LOAD CHASSIS QUEUE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46888" y="3285439"/>
            <a:ext cx="2011680" cy="189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pending chassis Nos. from backend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304288" y="3264408"/>
            <a:ext cx="438912" cy="0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64992" y="804672"/>
            <a:ext cx="2103120" cy="4206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38100" dist="12700" dir="2700000">
              <a:srgbClr val="999999">
                <a:alpha val="7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10712" y="804672"/>
            <a:ext cx="2011680" cy="23134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PICK NEXT CHASSIS NO.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10712" y="1036015"/>
            <a:ext cx="2011680" cy="189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pending queue list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416552" y="1225296"/>
            <a:ext cx="0" cy="164592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64992" y="1389888"/>
            <a:ext cx="2103120" cy="420624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  <a:effectLst>
            <a:outerShdw sx="100000" sy="100000" kx="0" ky="0" algn="bl" rotWithShape="0" blurRad="38100" dist="12700" dir="2700000">
              <a:srgbClr val="999999">
                <a:alpha val="7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410712" y="1389888"/>
            <a:ext cx="2011680" cy="23134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CLICK SEARCH BUTTON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410712" y="1621231"/>
            <a:ext cx="2011680" cy="189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Magnifying glass icon in toolbar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416552" y="1810512"/>
            <a:ext cx="0" cy="164592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64992" y="1975104"/>
            <a:ext cx="2103120" cy="420624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  <a:effectLst>
            <a:outerShdw sx="100000" sy="100000" kx="0" ky="0" algn="bl" rotWithShape="0" blurRad="38100" dist="12700" dir="2700000">
              <a:srgbClr val="999999">
                <a:alpha val="7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410712" y="1975104"/>
            <a:ext cx="2011680" cy="23134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ENTER CHASSIS NO.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410712" y="2206447"/>
            <a:ext cx="2011680" cy="189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 "Chassis No:" field (UPPERCASE)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416552" y="2395728"/>
            <a:ext cx="0" cy="164592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64992" y="2560320"/>
            <a:ext cx="2103120" cy="420624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  <a:effectLst>
            <a:outerShdw sx="100000" sy="100000" kx="0" ky="0" algn="bl" rotWithShape="0" blurRad="38100" dist="12700" dir="2700000">
              <a:srgbClr val="999999">
                <a:alpha val="7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410712" y="2560320"/>
            <a:ext cx="2011680" cy="23134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PRESS GO →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410712" y="2791663"/>
            <a:ext cx="2011680" cy="189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query / press Enter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416552" y="2980944"/>
            <a:ext cx="0" cy="164592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2700000">
            <a:off x="3680460" y="3072384"/>
            <a:ext cx="1472184" cy="65836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48" name="Text 46"/>
          <p:cNvSpPr/>
          <p:nvPr/>
        </p:nvSpPr>
        <p:spPr>
          <a:xfrm>
            <a:off x="3364992" y="3204058"/>
            <a:ext cx="210312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Found?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416552" y="3730752"/>
            <a:ext cx="0" cy="164592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64992" y="3401568"/>
            <a:ext cx="-365760" cy="0"/>
          </a:xfrm>
          <a:prstGeom prst="line">
            <a:avLst/>
          </a:prstGeom>
          <a:noFill/>
          <a:ln w="15240">
            <a:solidFill>
              <a:srgbClr val="C5303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24912" y="32735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947672" y="3767328"/>
            <a:ext cx="1005840" cy="34747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53" name="Text 51"/>
          <p:cNvSpPr/>
          <p:nvPr/>
        </p:nvSpPr>
        <p:spPr>
          <a:xfrm>
            <a:off x="1947672" y="37673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NOT_FOUND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279392" y="365760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468112" y="2231136"/>
            <a:ext cx="457200" cy="0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364992" y="3895344"/>
            <a:ext cx="2103120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38100" dist="12700" dir="2700000">
              <a:srgbClr val="999999">
                <a:alpha val="7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410712" y="389534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⑫ MORE CHASSIS?   → YES = loop back to ⑤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364992" y="4078224"/>
            <a:ext cx="-274320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090672" y="941832"/>
            <a:ext cx="0" cy="3328416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090672" y="996696"/>
            <a:ext cx="274320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84848" y="804672"/>
            <a:ext cx="2103120" cy="420624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  <a:effectLst>
            <a:outerShdw sx="100000" sy="100000" kx="0" ky="0" algn="bl" rotWithShape="0" blurRad="38100" dist="12700" dir="2700000">
              <a:srgbClr val="999999">
                <a:alpha val="7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830568" y="804672"/>
            <a:ext cx="2011680" cy="23134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 VEHICLE IS LOADED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830568" y="1036015"/>
            <a:ext cx="2011680" cy="189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populated on screen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836408" y="1225296"/>
            <a:ext cx="0" cy="164592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784848" y="1389888"/>
            <a:ext cx="2103120" cy="1005840"/>
          </a:xfrm>
          <a:prstGeom prst="rect">
            <a:avLst/>
          </a:prstGeom>
          <a:solidFill>
            <a:srgbClr val="003DA5"/>
          </a:solidFill>
          <a:ln/>
          <a:effectLst>
            <a:outerShdw sx="100000" sy="100000" kx="0" ky="0" algn="bl" rotWithShape="0" blurRad="38100" dist="12700" dir="2700000">
              <a:srgbClr val="999999">
                <a:alpha val="75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6830568" y="13898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⑩ SCRAPE SERVICE INFORMATION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876288" y="17099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Last Service Km • Last Service Dealer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876288" y="19202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Last Service Date • Next Service Date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876288" y="213055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 Service Type • Odometer Reading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836408" y="2395728"/>
            <a:ext cx="0" cy="164592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84848" y="2560320"/>
            <a:ext cx="2103120" cy="420624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  <a:effectLst>
            <a:outerShdw sx="100000" sy="100000" kx="0" ky="0" algn="bl" rotWithShape="0" blurRad="38100" dist="12700" dir="2700000">
              <a:srgbClr val="999999">
                <a:alpha val="75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6830568" y="2560320"/>
            <a:ext cx="2011680" cy="23134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⑪ CLICK "CONTACTS" TAB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830568" y="2791663"/>
            <a:ext cx="2011680" cy="189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Sub-tab below vehicle form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7836408" y="2980944"/>
            <a:ext cx="0" cy="164592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784848" y="3145536"/>
            <a:ext cx="2103120" cy="822960"/>
          </a:xfrm>
          <a:prstGeom prst="rect">
            <a:avLst/>
          </a:prstGeom>
          <a:solidFill>
            <a:srgbClr val="276749"/>
          </a:solidFill>
          <a:ln/>
          <a:effectLst>
            <a:outerShdw sx="100000" sy="100000" kx="0" ky="0" algn="bl" rotWithShape="0" blurRad="38100" dist="12700" dir="2700000">
              <a:srgbClr val="999999">
                <a:alpha val="75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6830568" y="31455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⑫ EXTRACT CUSTOMER CONTACTS ONLY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876288" y="346557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2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Contact Status = "Customer"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6876288" y="36850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Capture: First Name  +  Cell Phone No.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7836408" y="3968496"/>
            <a:ext cx="0" cy="164592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84848" y="4133088"/>
            <a:ext cx="2103120" cy="347472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  <a:effectLst>
            <a:outerShdw sx="100000" sy="100000" kx="0" ky="0" algn="bl" rotWithShape="0" blurRad="38100" dist="12700" dir="2700000">
              <a:srgbClr val="999999">
                <a:alpha val="75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6830568" y="4133088"/>
            <a:ext cx="2011680" cy="1911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⑬ SAVE TO BACKEND (Supabase)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6830568" y="4324198"/>
            <a:ext cx="2011680" cy="1563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chassis as "done" in queue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228600" y="416966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228600" y="4370832"/>
            <a:ext cx="164592" cy="13716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85" name="Text 83"/>
          <p:cNvSpPr/>
          <p:nvPr/>
        </p:nvSpPr>
        <p:spPr>
          <a:xfrm>
            <a:off x="438912" y="433425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/ One-time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228600" y="4370832"/>
            <a:ext cx="164592" cy="137160"/>
          </a:xfrm>
          <a:prstGeom prst="rect">
            <a:avLst/>
          </a:prstGeom>
          <a:solidFill>
            <a:srgbClr val="003DA5"/>
          </a:solidFill>
          <a:ln/>
        </p:spPr>
      </p:sp>
      <p:sp>
        <p:nvSpPr>
          <p:cNvPr id="87" name="Text 85"/>
          <p:cNvSpPr/>
          <p:nvPr/>
        </p:nvSpPr>
        <p:spPr>
          <a:xfrm>
            <a:off x="438912" y="433425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Loop Steps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228600" y="4370832"/>
            <a:ext cx="164592" cy="137160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89" name="Text 87"/>
          <p:cNvSpPr/>
          <p:nvPr/>
        </p:nvSpPr>
        <p:spPr>
          <a:xfrm>
            <a:off x="438912" y="433425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228600" y="4370832"/>
            <a:ext cx="164592" cy="137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1" name="Text 89"/>
          <p:cNvSpPr/>
          <p:nvPr/>
        </p:nvSpPr>
        <p:spPr>
          <a:xfrm>
            <a:off x="438912" y="433425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/ Loop Control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228600" y="4370832"/>
            <a:ext cx="164592" cy="13716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93" name="Text 91"/>
          <p:cNvSpPr/>
          <p:nvPr/>
        </p:nvSpPr>
        <p:spPr>
          <a:xfrm>
            <a:off x="438912" y="433425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228600" y="4370832"/>
            <a:ext cx="164592" cy="13716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95" name="Text 93"/>
          <p:cNvSpPr/>
          <p:nvPr/>
        </p:nvSpPr>
        <p:spPr>
          <a:xfrm>
            <a:off x="429768" y="43525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/ One-time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1965960" y="4370832"/>
            <a:ext cx="164592" cy="137160"/>
          </a:xfrm>
          <a:prstGeom prst="rect">
            <a:avLst/>
          </a:prstGeom>
          <a:solidFill>
            <a:srgbClr val="003DA5"/>
          </a:solidFill>
          <a:ln/>
        </p:spPr>
      </p:sp>
      <p:sp>
        <p:nvSpPr>
          <p:cNvPr id="97" name="Text 95"/>
          <p:cNvSpPr/>
          <p:nvPr/>
        </p:nvSpPr>
        <p:spPr>
          <a:xfrm>
            <a:off x="2167128" y="43525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Loop Steps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3703320" y="4370832"/>
            <a:ext cx="164592" cy="137160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99" name="Text 97"/>
          <p:cNvSpPr/>
          <p:nvPr/>
        </p:nvSpPr>
        <p:spPr>
          <a:xfrm>
            <a:off x="3904488" y="43525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5440680" y="4370832"/>
            <a:ext cx="164592" cy="137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1" name="Text 99"/>
          <p:cNvSpPr/>
          <p:nvPr/>
        </p:nvSpPr>
        <p:spPr>
          <a:xfrm>
            <a:off x="5641848" y="43525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/ Loop Control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7178040" y="4370832"/>
            <a:ext cx="164592" cy="13716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03" name="Text 101"/>
          <p:cNvSpPr/>
          <p:nvPr/>
        </p:nvSpPr>
        <p:spPr>
          <a:xfrm>
            <a:off x="7379208" y="43525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 DMS Workflow Chart</dc:title>
  <dc:subject>PptxGenJS Presentation</dc:subject>
  <dc:creator>First Mobital Pvt. Ltd.</dc:creator>
  <cp:lastModifiedBy>First Mobital Pvt. Ltd.</cp:lastModifiedBy>
  <cp:revision>1</cp:revision>
  <dcterms:created xsi:type="dcterms:W3CDTF">2026-06-16T14:07:55Z</dcterms:created>
  <dcterms:modified xsi:type="dcterms:W3CDTF">2026-06-16T14:07:55Z</dcterms:modified>
</cp:coreProperties>
</file>